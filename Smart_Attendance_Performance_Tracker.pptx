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3048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25146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371600" y="2819400"/>
            <a:ext cx="6400800" cy="1752600"/>
          </a:xfrm>
        </p:spPr>
        <p:txBody>
          <a:bodyPr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2/7/2026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155448" y="2420112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Oval 12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685800" y="381000"/>
            <a:ext cx="7772400" cy="1752600"/>
          </a:xfrm>
        </p:spPr>
        <p:txBody>
          <a:bodyPr anchor="b"/>
          <a:lstStyle>
            <a:lvl1pPr>
              <a:defRPr sz="4200">
                <a:solidFill>
                  <a:schemeClr val="accent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61688" y="1026372"/>
            <a:ext cx="457200" cy="441325"/>
          </a:xfrm>
        </p:spPr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0" y="1905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152400" y="2286000"/>
            <a:ext cx="8833104" cy="304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5448" y="142352"/>
            <a:ext cx="8833104" cy="2139696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8426" y="2743200"/>
            <a:ext cx="6480174" cy="1673225"/>
          </a:xfrm>
        </p:spPr>
        <p:txBody>
          <a:bodyPr anchor="t"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2/7/2026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152400" y="2438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Oval 9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Oval 10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33400"/>
            <a:ext cx="7772400" cy="1524000"/>
          </a:xfrm>
        </p:spPr>
        <p:txBody>
          <a:bodyPr anchor="b"/>
          <a:lstStyle>
            <a:lvl1pPr algn="ctr">
              <a:buNone/>
              <a:defRPr sz="4200" b="0" cap="none" baseline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791200" y="6409944"/>
            <a:ext cx="3044952" cy="3657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pPr/>
              <a:t>2/7/2026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 flipV="1">
            <a:off x="4563080" y="1575652"/>
            <a:ext cx="8921" cy="4819557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Content Placeholder 9"/>
          <p:cNvSpPr>
            <a:spLocks noGrp="1"/>
          </p:cNvSpPr>
          <p:nvPr>
            <p:ph sz="half" idx="1"/>
          </p:nvPr>
        </p:nvSpPr>
        <p:spPr>
          <a:xfrm>
            <a:off x="301752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half" idx="2"/>
          </p:nvPr>
        </p:nvSpPr>
        <p:spPr>
          <a:xfrm>
            <a:off x="4800600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 flipV="1">
            <a:off x="4572000" y="2200275"/>
            <a:ext cx="0" cy="4187952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white">
          <a:xfrm>
            <a:off x="0" y="0"/>
            <a:ext cx="9144000" cy="1447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152400" y="1371600"/>
            <a:ext cx="8833104" cy="914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5923" y="6391656"/>
            <a:ext cx="8833104" cy="310896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4040188" cy="732974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lang="en-US" sz="2200" b="1" dirty="0" smtClean="0">
                <a:solidFill>
                  <a:srgbClr val="FFFFFF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791330" y="1524000"/>
            <a:ext cx="4041775" cy="731520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sz="2200" b="1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2/7/2026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4800" y="6409944"/>
            <a:ext cx="358140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52400" y="128016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4" name="Content Placeholder 23"/>
          <p:cNvSpPr>
            <a:spLocks noGrp="1"/>
          </p:cNvSpPr>
          <p:nvPr>
            <p:ph sz="quarter" idx="2"/>
          </p:nvPr>
        </p:nvSpPr>
        <p:spPr>
          <a:xfrm>
            <a:off x="301752" y="2471383"/>
            <a:ext cx="4041648" cy="3818404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6" name="Content Placeholder 25"/>
          <p:cNvSpPr>
            <a:spLocks noGrp="1"/>
          </p:cNvSpPr>
          <p:nvPr>
            <p:ph sz="quarter" idx="4"/>
          </p:nvPr>
        </p:nvSpPr>
        <p:spPr>
          <a:xfrm>
            <a:off x="4800600" y="2471383"/>
            <a:ext cx="4038600" cy="382219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5" name="Oval 24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Oval 26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4343400" y="1042416"/>
            <a:ext cx="457200" cy="441325"/>
          </a:xfrm>
        </p:spPr>
        <p:txBody>
          <a:bodyPr/>
          <a:lstStyle>
            <a:lvl1pPr algn="ctr">
              <a:defRPr/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3" name="Title 22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2/7/2026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4343400" y="1036020"/>
            <a:ext cx="457200" cy="441325"/>
          </a:xfrm>
        </p:spPr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52400" y="158496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2/7/2026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267200" y="6324600"/>
            <a:ext cx="609600" cy="441324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152400" y="152400"/>
            <a:ext cx="8833104" cy="30480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1887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914400"/>
            <a:ext cx="2362200" cy="990600"/>
          </a:xfrm>
        </p:spPr>
        <p:txBody>
          <a:bodyPr anchor="b">
            <a:noAutofit/>
          </a:bodyPr>
          <a:lstStyle>
            <a:lvl1pPr algn="l">
              <a:buNone/>
              <a:defRPr sz="2200" b="1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381000" y="1981200"/>
            <a:ext cx="2362200" cy="4144963"/>
          </a:xfrm>
        </p:spPr>
        <p:txBody>
          <a:bodyPr/>
          <a:lstStyle>
            <a:lvl1pPr marL="0" indent="0">
              <a:spcAft>
                <a:spcPts val="1000"/>
              </a:spcAft>
              <a:buNone/>
              <a:defRPr sz="1600">
                <a:solidFill>
                  <a:srgbClr val="FFFFFF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Content Placeholder 19"/>
          <p:cNvSpPr>
            <a:spLocks noGrp="1"/>
          </p:cNvSpPr>
          <p:nvPr>
            <p:ph sz="quarter" idx="1"/>
          </p:nvPr>
        </p:nvSpPr>
        <p:spPr>
          <a:xfrm>
            <a:off x="3124200" y="685800"/>
            <a:ext cx="5638800" cy="5410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" name="Oval 9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Oval 10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2/7/2026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383280" cy="365760"/>
          </a:xfrm>
        </p:spPr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traight Connector 20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auto">
          <a:xfrm>
            <a:off x="152400" y="152400"/>
            <a:ext cx="8833104" cy="301752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2" name="Oval 11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00375" y="5029200"/>
            <a:ext cx="5867400" cy="1219200"/>
          </a:xfrm>
        </p:spPr>
        <p:txBody>
          <a:bodyPr anchor="t">
            <a:noAutofit/>
          </a:bodyPr>
          <a:lstStyle>
            <a:lvl1pPr algn="l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00375" y="609600"/>
            <a:ext cx="5867400" cy="4267200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00" y="990600"/>
            <a:ext cx="2438400" cy="5257800"/>
          </a:xfrm>
        </p:spPr>
        <p:txBody>
          <a:bodyPr/>
          <a:lstStyle>
            <a:lvl1pPr marL="0" indent="0">
              <a:spcAft>
                <a:spcPts val="1000"/>
              </a:spcAft>
              <a:buFontTx/>
              <a:buNone/>
              <a:defRPr sz="16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788152" y="6404984"/>
            <a:ext cx="3044952" cy="3657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pPr/>
              <a:t>2/7/2026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584448" cy="36576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7010400" y="0"/>
            <a:ext cx="21336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 rot="5400000">
            <a:off x="4021836" y="3278124"/>
            <a:ext cx="6245352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6839712" y="2925763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Oval 14"/>
          <p:cNvSpPr/>
          <p:nvPr/>
        </p:nvSpPr>
        <p:spPr>
          <a:xfrm>
            <a:off x="6934200" y="3020251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15912" y="3009901"/>
            <a:ext cx="457200" cy="441325"/>
          </a:xfrm>
        </p:spPr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304800"/>
            <a:ext cx="6553200" cy="5821366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91400" y="304801"/>
            <a:ext cx="14478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393371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5791200" y="6404984"/>
            <a:ext cx="3044952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rgbClr val="FFFFFF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2/7/2026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04800" y="6410848"/>
            <a:ext cx="35814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152400" y="1276743"/>
            <a:ext cx="8833104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Oval 14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4343400" y="1040174"/>
            <a:ext cx="457200" cy="441325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>
            <a:lvl1pPr algn="ctr" eaLnBrk="1" latinLnBrk="0" hangingPunct="1">
              <a:defRPr kumimoji="0" sz="1600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8534400" cy="459943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1" latinLnBrk="0" hangingPunct="1">
        <a:spcBef>
          <a:spcPct val="0"/>
        </a:spcBef>
        <a:buNone/>
        <a:defRPr kumimoji="0" sz="3300" kern="1200">
          <a:solidFill>
            <a:schemeClr val="accent3">
              <a:shade val="7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"/>
        <a:buChar char=""/>
        <a:defRPr kumimoji="0"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ct val="20000"/>
        </a:spcBef>
        <a:buClr>
          <a:schemeClr val="accent3"/>
        </a:buClr>
        <a:buSzPct val="75000"/>
        <a:buFont typeface="Wingdings 2"/>
        <a:buChar char="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ct val="20000"/>
        </a:spcBef>
        <a:buClr>
          <a:schemeClr val="accent4"/>
        </a:buClr>
        <a:buSzPct val="70000"/>
        <a:buFont typeface="Wingdings"/>
        <a:buChar char="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ct val="20000"/>
        </a:spcBef>
        <a:buClr>
          <a:schemeClr val="accent5"/>
        </a:buClr>
        <a:buFontTx/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77440" indent="-182880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1400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Smart Attendance &amp; Performance Tracker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endParaRPr lang="en-US" dirty="0" smtClean="0"/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PRESENTED BY</a:t>
            </a:r>
            <a:r>
              <a:rPr lang="en-US" dirty="0" smtClean="0"/>
              <a:t>: </a:t>
            </a:r>
            <a:r>
              <a:rPr lang="en-US" dirty="0" err="1" smtClean="0"/>
              <a:t>Snehal</a:t>
            </a:r>
            <a:r>
              <a:rPr lang="en-US" dirty="0" smtClean="0"/>
              <a:t> </a:t>
            </a:r>
            <a:r>
              <a:rPr lang="en-US" dirty="0" err="1" smtClean="0"/>
              <a:t>Kanpariya</a:t>
            </a:r>
            <a:r>
              <a:rPr lang="en-US" dirty="0" smtClean="0"/>
              <a:t>(250160450049)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/>
              <a:t>			</a:t>
            </a:r>
            <a:r>
              <a:rPr lang="en-US" dirty="0" err="1" smtClean="0"/>
              <a:t>Dhruvi</a:t>
            </a:r>
            <a:r>
              <a:rPr lang="en-US" dirty="0" smtClean="0"/>
              <a:t> </a:t>
            </a:r>
            <a:r>
              <a:rPr lang="en-US" dirty="0" err="1" smtClean="0"/>
              <a:t>Malaviya</a:t>
            </a:r>
            <a:r>
              <a:rPr lang="en-US" dirty="0" smtClean="0"/>
              <a:t>(250160450013)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/>
              <a:t>			</a:t>
            </a:r>
            <a:r>
              <a:rPr lang="en-US" dirty="0" err="1" smtClean="0"/>
              <a:t>Darshita</a:t>
            </a:r>
            <a:r>
              <a:rPr lang="en-US" dirty="0" smtClean="0"/>
              <a:t> </a:t>
            </a:r>
            <a:r>
              <a:rPr lang="en-US" dirty="0" err="1" smtClean="0"/>
              <a:t>sakhreliya</a:t>
            </a:r>
            <a:r>
              <a:rPr lang="en-US" dirty="0" smtClean="0"/>
              <a:t>(250160450011)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/>
              <a:t>			Harsh </a:t>
            </a:r>
            <a:r>
              <a:rPr lang="en-US" dirty="0" err="1" smtClean="0"/>
              <a:t>Makwana</a:t>
            </a:r>
            <a:r>
              <a:rPr lang="en-US" dirty="0" smtClean="0"/>
              <a:t>(250160450018)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  	</a:t>
            </a:r>
            <a:r>
              <a:rPr lang="en-US" dirty="0" smtClean="0"/>
              <a:t>	 </a:t>
            </a:r>
            <a:r>
              <a:rPr lang="en-US" dirty="0" smtClean="0"/>
              <a:t> Course</a:t>
            </a:r>
            <a:r>
              <a:rPr lang="en-US" dirty="0" smtClean="0"/>
              <a:t>: MCA SEMESTER II</a:t>
            </a:r>
          </a:p>
          <a:p>
            <a:pPr>
              <a:buNone/>
            </a:pPr>
            <a:r>
              <a:rPr lang="en-US" dirty="0" smtClean="0"/>
              <a:t>			INSTITUTE</a:t>
            </a:r>
            <a:r>
              <a:rPr lang="en-US" dirty="0" smtClean="0"/>
              <a:t>: Gujarat </a:t>
            </a:r>
            <a:r>
              <a:rPr lang="en-US" dirty="0" err="1" smtClean="0"/>
              <a:t>Vidyapith</a:t>
            </a: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PROBLEM STATEMENT</a:t>
            </a:r>
            <a:endParaRPr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t>Student attendance and marks are managed manually in many colleges.</a:t>
            </a:r>
          </a:p>
          <a:p>
            <a:endParaRPr/>
          </a:p>
          <a:p>
            <a:r>
              <a:t>Problems:</a:t>
            </a:r>
          </a:p>
          <a:p>
            <a:r>
              <a:t>• Errors in records</a:t>
            </a:r>
          </a:p>
          <a:p>
            <a:r>
              <a:t>• Duplicate entries</a:t>
            </a:r>
          </a:p>
          <a:p>
            <a:r>
              <a:t>• Difficulty in generating reports</a:t>
            </a:r>
          </a:p>
          <a:p>
            <a:endParaRPr/>
          </a:p>
          <a:p>
            <a:r>
              <a:t>Need for an automated attendance and performance system.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OBJECTIVE</a:t>
            </a:r>
            <a:endParaRPr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t>Develop a Java console-based application to:</a:t>
            </a:r>
          </a:p>
          <a:p>
            <a:endParaRPr/>
          </a:p>
          <a:p>
            <a:r>
              <a:t>• Manage student details</a:t>
            </a:r>
          </a:p>
          <a:p>
            <a:r>
              <a:t>• Record attendance</a:t>
            </a:r>
          </a:p>
          <a:p>
            <a:r>
              <a:t>• Enter marks</a:t>
            </a:r>
          </a:p>
          <a:p>
            <a:endParaRPr/>
          </a:p>
          <a:p>
            <a:r>
              <a:t>Provide AI-assisted features like remarks, warnings, and validation.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SYSTEM REQUIRNMENT</a:t>
            </a:r>
            <a:endParaRPr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t>Language: Java</a:t>
            </a:r>
          </a:p>
          <a:p>
            <a:r>
              <a:t>Database: MySQL (phpMyAdmin)</a:t>
            </a:r>
          </a:p>
          <a:p>
            <a:r>
              <a:t>Application: Console-Based</a:t>
            </a:r>
          </a:p>
          <a:p>
            <a:r>
              <a:t>Time Limit: 2.5 Hours</a:t>
            </a:r>
          </a:p>
          <a:p>
            <a:endParaRPr/>
          </a:p>
          <a:p>
            <a:r>
              <a:t>Features:</a:t>
            </a:r>
          </a:p>
          <a:p>
            <a:r>
              <a:t>• Student Management</a:t>
            </a:r>
          </a:p>
          <a:p>
            <a:r>
              <a:t>• Attendance</a:t>
            </a:r>
          </a:p>
          <a:p>
            <a:r>
              <a:t>• Marks</a:t>
            </a:r>
          </a:p>
          <a:p>
            <a:r>
              <a:t>• AI Logic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DATABASE DESIGN</a:t>
            </a:r>
            <a:endParaRPr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t>Database: attendance_db</a:t>
            </a:r>
          </a:p>
          <a:p>
            <a:endParaRPr/>
          </a:p>
          <a:p>
            <a:r>
              <a:t>Tables:</a:t>
            </a:r>
          </a:p>
          <a:p>
            <a:r>
              <a:t>• students</a:t>
            </a:r>
          </a:p>
          <a:p>
            <a:r>
              <a:t>• attendance</a:t>
            </a:r>
          </a:p>
          <a:p>
            <a:r>
              <a:t>• marks</a:t>
            </a:r>
          </a:p>
          <a:p>
            <a:r>
              <a:t>• admin</a:t>
            </a:r>
          </a:p>
          <a:p>
            <a:endParaRPr/>
          </a:p>
          <a:p>
            <a:r>
              <a:t>roll_no is primary and foreign key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APPLICATION FLOW</a:t>
            </a:r>
            <a:endParaRPr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t>Main Menu:</a:t>
            </a:r>
          </a:p>
          <a:p>
            <a:r>
              <a:t>• Admin Login</a:t>
            </a:r>
          </a:p>
          <a:p>
            <a:r>
              <a:t>• Student Report</a:t>
            </a:r>
          </a:p>
          <a:p>
            <a:r>
              <a:t>• Exit</a:t>
            </a:r>
          </a:p>
          <a:p>
            <a:endParaRPr/>
          </a:p>
          <a:p>
            <a:r>
              <a:t>Admin Panel:</a:t>
            </a:r>
          </a:p>
          <a:p>
            <a:r>
              <a:t>• Add Student</a:t>
            </a:r>
          </a:p>
          <a:p>
            <a:r>
              <a:t>• Enter Attendance</a:t>
            </a:r>
          </a:p>
          <a:p>
            <a:r>
              <a:t>• Enter Marks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OUTPUT</a:t>
            </a:r>
            <a:endParaRPr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t>Attendance: 75%</a:t>
            </a:r>
          </a:p>
          <a:p>
            <a:r>
              <a:t>Marks: 72</a:t>
            </a:r>
          </a:p>
          <a:p>
            <a:r>
              <a:t>Remark: Average</a:t>
            </a:r>
          </a:p>
          <a:p>
            <a:endParaRPr/>
          </a:p>
          <a:p>
            <a:r>
              <a:t>AI Warning for Attendance Shortage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AI-ASSISTED FEATURES</a:t>
            </a:r>
            <a:endParaRPr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t>• Performance remarks</a:t>
            </a:r>
          </a:p>
          <a:p>
            <a:r>
              <a:t>• Attendance shortage warning</a:t>
            </a:r>
          </a:p>
          <a:p>
            <a:r>
              <a:t>• Roll number validation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chemeClr val="tx1">
                    <a:lumMod val="95000"/>
                    <a:lumOff val="5000"/>
                  </a:schemeClr>
                </a:solidFill>
              </a:rPr>
              <a:t>Challenges</a:t>
            </a:r>
            <a:r>
              <a:t> </a:t>
            </a:r>
            <a:r>
              <a:rPr>
                <a:solidFill>
                  <a:schemeClr val="tx1">
                    <a:lumMod val="95000"/>
                    <a:lumOff val="5000"/>
                  </a:schemeClr>
                </a:solidFill>
              </a:rPr>
              <a:t>Faced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t>• JDBC connection issues</a:t>
            </a:r>
          </a:p>
          <a:p>
            <a:r>
              <a:t>• Scanner input errors</a:t>
            </a:r>
          </a:p>
          <a:p>
            <a:r>
              <a:t>• Table mismatch</a:t>
            </a:r>
          </a:p>
          <a:p>
            <a:r>
              <a:t>• Foreign key linking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chemeClr val="tx1">
                    <a:lumMod val="95000"/>
                    <a:lumOff val="5000"/>
                  </a:schemeClr>
                </a:solidFill>
              </a:rPr>
              <a:t>Learning Outcome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t>• JDBC &amp; MySQL</a:t>
            </a:r>
          </a:p>
          <a:p>
            <a:r>
              <a:t>• Console CRUD operations</a:t>
            </a:r>
          </a:p>
          <a:p>
            <a:r>
              <a:t>• AI logic integration</a:t>
            </a:r>
          </a:p>
          <a:p>
            <a:r>
              <a:t>• Exception handling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chemeClr val="tx1">
                    <a:lumMod val="95000"/>
                    <a:lumOff val="5000"/>
                  </a:schemeClr>
                </a:solidFill>
              </a:rP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t>• Web-based version</a:t>
            </a:r>
          </a:p>
          <a:p>
            <a:r>
              <a:t>• Multi-subject support</a:t>
            </a:r>
          </a:p>
          <a:p>
            <a:r>
              <a:t>• Admin update/delete</a:t>
            </a:r>
          </a:p>
          <a:p>
            <a:r>
              <a:t>• Student login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THANK YOU</a:t>
            </a:r>
            <a:endParaRPr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	</a:t>
            </a:r>
            <a:r>
              <a:rPr lang="en-US" sz="4000" dirty="0" smtClean="0"/>
              <a:t>	        THANK YOU</a:t>
            </a:r>
          </a:p>
          <a:p>
            <a:pPr>
              <a:buNone/>
            </a:pPr>
            <a:endParaRPr lang="en-US" sz="4000" dirty="0" smtClean="0"/>
          </a:p>
          <a:p>
            <a:endParaRPr lang="en-US" sz="4000" dirty="0" smtClean="0"/>
          </a:p>
          <a:p>
            <a:pPr>
              <a:buNone/>
            </a:pPr>
            <a:endParaRPr sz="400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vic">
  <a:themeElements>
    <a:clrScheme name="Civic">
      <a:dk1>
        <a:sysClr val="windowText" lastClr="000000"/>
      </a:dk1>
      <a:lt1>
        <a:sysClr val="window" lastClr="FFFFFF"/>
      </a:lt1>
      <a:dk2>
        <a:srgbClr val="646B86"/>
      </a:dk2>
      <a:lt2>
        <a:srgbClr val="C5D1D7"/>
      </a:lt2>
      <a:accent1>
        <a:srgbClr val="D16349"/>
      </a:accent1>
      <a:accent2>
        <a:srgbClr val="CCB400"/>
      </a:accent2>
      <a:accent3>
        <a:srgbClr val="8CADAE"/>
      </a:accent3>
      <a:accent4>
        <a:srgbClr val="8C7B70"/>
      </a:accent4>
      <a:accent5>
        <a:srgbClr val="8FB08C"/>
      </a:accent5>
      <a:accent6>
        <a:srgbClr val="D19049"/>
      </a:accent6>
      <a:hlink>
        <a:srgbClr val="00A3D6"/>
      </a:hlink>
      <a:folHlink>
        <a:srgbClr val="694F07"/>
      </a:folHlink>
    </a:clrScheme>
    <a:fontScheme name="Civic">
      <a:majorFont>
        <a:latin typeface="Georgia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Georgia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Civic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Civic</Template>
  <TotalTime>10</TotalTime>
  <Words>232</Words>
  <Application>Microsoft Macintosh PowerPoint</Application>
  <PresentationFormat>On-screen Show (4:3)</PresentationFormat>
  <Paragraphs>90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Civic</vt:lpstr>
      <vt:lpstr>Smart Attendance &amp; Performance Tracker</vt:lpstr>
      <vt:lpstr>PROBLEM STATEMENT</vt:lpstr>
      <vt:lpstr>OBJECTIVE</vt:lpstr>
      <vt:lpstr>SYSTEM REQUIRNMENT</vt:lpstr>
      <vt:lpstr>DATABASE DESIGN</vt:lpstr>
      <vt:lpstr>APPLICATION FLOW</vt:lpstr>
      <vt:lpstr>OUTPUT</vt:lpstr>
      <vt:lpstr>AI-ASSISTED FEATURES</vt:lpstr>
      <vt:lpstr>Challenges Faced</vt:lpstr>
      <vt:lpstr>Learning Outcome</vt:lpstr>
      <vt:lpstr>Future Enhancements</vt:lpstr>
      <vt:lpstr>THANK YOU</vt:lpstr>
    </vt:vector>
  </TitlesOfParts>
  <Manager/>
  <Company/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Attendance &amp; Performance Tracker</dc:title>
  <dc:subject/>
  <dc:creator/>
  <cp:keywords/>
  <dc:description>generated using python-pptx</dc:description>
  <cp:lastModifiedBy>Shiv mobile</cp:lastModifiedBy>
  <cp:revision>2</cp:revision>
  <dcterms:created xsi:type="dcterms:W3CDTF">2013-01-27T09:14:16Z</dcterms:created>
  <dcterms:modified xsi:type="dcterms:W3CDTF">2026-02-07T11:24:51Z</dcterms:modified>
  <cp:category/>
</cp:coreProperties>
</file>